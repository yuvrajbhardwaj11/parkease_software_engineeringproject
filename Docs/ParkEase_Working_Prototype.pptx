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71" r:id="rId6"/>
    <p:sldId id="261" r:id="rId7"/>
    <p:sldId id="269" r:id="rId8"/>
    <p:sldId id="272" r:id="rId9"/>
    <p:sldId id="262" r:id="rId10"/>
    <p:sldId id="263" r:id="rId11"/>
    <p:sldId id="270" r:id="rId12"/>
    <p:sldId id="264" r:id="rId13"/>
    <p:sldId id="265" r:id="rId14"/>
    <p:sldId id="266" r:id="rId15"/>
    <p:sldId id="267" r:id="rId16"/>
  </p:sldIdLst>
  <p:sldSz cx="12192000" cy="68580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7349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0F01D-6373-F334-A823-E87376A0A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A89FF-18A7-E093-3DC3-3740298E52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26B596-FC2E-3B7E-B562-70FB3B4CDD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1F6AD-87A5-6978-C436-1D65971C98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524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88575-F4CA-C717-4866-A73165442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9B3400-52D4-CE3D-5AE2-1FCA11175A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674DD4-4D8E-3275-83AA-E4AEBA3F6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A5EAE-E3FB-0AE3-815F-8289586591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1944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25196-5F15-8A69-84AE-21119B13A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F00B6C-CD8D-1F09-C177-AA84B3E23E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8C7957-47EF-C39D-4B11-C5E05B60FA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78FBB-11C7-3981-B88B-355CAA539C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4116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arkeaselandingpageforprototypeexplai.netlify.app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45604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ptos Display"/>
              </a:defRPr>
            </a:pPr>
            <a:r>
              <a:rPr dirty="0" err="1"/>
              <a:t>ParkEase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292840" y="329184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Working Prototype Demonstration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3383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Frontend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React-based responsive web 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6400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89120" y="2514600"/>
            <a:ext cx="3383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Server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Node.js + Express REST API backend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514600"/>
            <a:ext cx="64008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46720" y="2514600"/>
            <a:ext cx="3383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Database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MongoDB database integration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2514600"/>
            <a:ext cx="64008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1520" y="3703320"/>
            <a:ext cx="3383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Core flow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Authentication • Vehicles • Facilities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03320"/>
            <a:ext cx="64008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89120" y="3703320"/>
            <a:ext cx="3383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Booking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Search • Occupancy • Reservations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703320"/>
            <a:ext cx="64008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46720" y="3703320"/>
            <a:ext cx="3383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Completion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Payment integration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3703320"/>
            <a:ext cx="64008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ptos Display"/>
              </a:defRPr>
            </a:pPr>
            <a:r>
              <a:rPr dirty="0"/>
              <a:t>Frontend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29184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4300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React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Component-based UI library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64008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0" y="114300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rPr dirty="0"/>
              <a:t>React Router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rPr dirty="0"/>
              <a:t>Client-side navigation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43000"/>
            <a:ext cx="64008" cy="1143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265176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CSS/Tailwind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Styling &amp; responsive design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651760"/>
            <a:ext cx="64008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85800" y="2475782"/>
            <a:ext cx="5074920" cy="14147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rPr dirty="0"/>
              <a:t>Local Storage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rPr dirty="0"/>
              <a:t>Client-side data persistence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651760"/>
            <a:ext cx="64008" cy="11430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F3DC28-F2DE-A7E9-C125-1F06C6EF2DFC}"/>
              </a:ext>
            </a:extLst>
          </p:cNvPr>
          <p:cNvSpPr txBox="1"/>
          <p:nvPr/>
        </p:nvSpPr>
        <p:spPr>
          <a:xfrm>
            <a:off x="4462012" y="375363"/>
            <a:ext cx="60104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3"/>
              </a:rPr>
              <a:t>https://parkeaselandingpageforprototypeexplai.netlify.app/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ptos Display"/>
              </a:defRPr>
            </a:pPr>
            <a:r>
              <a:t>Backend Technology Stack — Server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29184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Node.js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JavaScript runtime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64008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480560" y="123444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Express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Web framework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234440"/>
            <a:ext cx="64008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75320" y="123444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MongoDB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NoSQL database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20" y="1234440"/>
            <a:ext cx="64008" cy="1234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5800" y="288036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JWT Auth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Secure authentication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880360"/>
            <a:ext cx="64008" cy="123444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80560" y="288036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REST API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API architecture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2880360"/>
            <a:ext cx="64008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ptos Display"/>
              </a:defRPr>
            </a:pPr>
            <a:r>
              <a:t>Frontend Features 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29184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51560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User Registration &amp; Login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Implemented in the prototype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051560"/>
            <a:ext cx="64008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0" y="1051560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Add/Manage Multiple Vehicles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Implemented in the prototype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51560"/>
            <a:ext cx="64008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2194560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Search Parking Facilities by Location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Implemented in the prototype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194560"/>
            <a:ext cx="64008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2194560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Real-time Occupancy Display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Implemented in the prototype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194560"/>
            <a:ext cx="64008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85800" y="3337560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Make &amp; Manage Reservations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Implemented in the prototype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337560"/>
            <a:ext cx="64008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17920" y="3337560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Payment Integration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Implemented in the prototype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337560"/>
            <a:ext cx="64008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85800" y="4480560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Interactive Map View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Implemented in the prototype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480560"/>
            <a:ext cx="64008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17920" y="4480560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Booking History &amp; Ratings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Implemented in the prototype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480560"/>
            <a:ext cx="64008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146C1-16CD-745A-4D5B-8AB786F27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E7C824-F6CF-CE7B-31A7-1C300B00BBBC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FEAF41-28FB-D302-022E-0981ECEB6200}"/>
              </a:ext>
            </a:extLst>
          </p:cNvPr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ptos Display"/>
              </a:defRPr>
            </a:pPr>
            <a:r>
              <a:t>Frontend Features Implemented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B834E4-11B0-0CBC-740A-3250E8C5DF01}"/>
              </a:ext>
            </a:extLst>
          </p:cNvPr>
          <p:cNvSpPr txBox="1"/>
          <p:nvPr/>
        </p:nvSpPr>
        <p:spPr>
          <a:xfrm>
            <a:off x="11292840" y="329184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t>5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41EA47C-00BA-D3C5-027F-2642DB1FD64E}"/>
              </a:ext>
            </a:extLst>
          </p:cNvPr>
          <p:cNvSpPr/>
          <p:nvPr/>
        </p:nvSpPr>
        <p:spPr>
          <a:xfrm>
            <a:off x="685800" y="1051560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User Registration &amp; Login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Implemented in the prototype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48A0BC-1721-BF00-35D9-0C635734FFB9}"/>
              </a:ext>
            </a:extLst>
          </p:cNvPr>
          <p:cNvSpPr/>
          <p:nvPr/>
        </p:nvSpPr>
        <p:spPr>
          <a:xfrm>
            <a:off x="685800" y="1051560"/>
            <a:ext cx="64008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FC40CB2-FD47-5830-079E-C313080B1CBE}"/>
              </a:ext>
            </a:extLst>
          </p:cNvPr>
          <p:cNvSpPr/>
          <p:nvPr/>
        </p:nvSpPr>
        <p:spPr>
          <a:xfrm>
            <a:off x="6217920" y="1051560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Add/Manage Multiple Vehicles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Implemented in the prototype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AA063D-2168-A727-110C-CF550F331316}"/>
              </a:ext>
            </a:extLst>
          </p:cNvPr>
          <p:cNvSpPr/>
          <p:nvPr/>
        </p:nvSpPr>
        <p:spPr>
          <a:xfrm>
            <a:off x="6217920" y="1051560"/>
            <a:ext cx="64008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DCCC82B-545F-29F7-A9FB-EBDD7458F92D}"/>
              </a:ext>
            </a:extLst>
          </p:cNvPr>
          <p:cNvSpPr/>
          <p:nvPr/>
        </p:nvSpPr>
        <p:spPr>
          <a:xfrm>
            <a:off x="685800" y="2194560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Search Parking Facilities by Location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Implemented in the prototype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96F9B9-F010-AAE6-F96F-9CF827222144}"/>
              </a:ext>
            </a:extLst>
          </p:cNvPr>
          <p:cNvSpPr/>
          <p:nvPr/>
        </p:nvSpPr>
        <p:spPr>
          <a:xfrm>
            <a:off x="685800" y="2194560"/>
            <a:ext cx="64008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4181FE0-0A02-2589-9E5A-13CEAC198970}"/>
              </a:ext>
            </a:extLst>
          </p:cNvPr>
          <p:cNvSpPr/>
          <p:nvPr/>
        </p:nvSpPr>
        <p:spPr>
          <a:xfrm>
            <a:off x="6217920" y="2194560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Real-time Occupancy Display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Implemented in the prototype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A27B92-82C6-3B66-9224-683044B04A3D}"/>
              </a:ext>
            </a:extLst>
          </p:cNvPr>
          <p:cNvSpPr/>
          <p:nvPr/>
        </p:nvSpPr>
        <p:spPr>
          <a:xfrm>
            <a:off x="6217920" y="2194560"/>
            <a:ext cx="64008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5140255-1806-3CDD-E4B5-8E66DF7BD393}"/>
              </a:ext>
            </a:extLst>
          </p:cNvPr>
          <p:cNvSpPr/>
          <p:nvPr/>
        </p:nvSpPr>
        <p:spPr>
          <a:xfrm>
            <a:off x="685800" y="3337560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Make &amp; Manage Reservations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Implemented in the prototype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64D57D-858F-67A9-FC2A-2635E78B6DC9}"/>
              </a:ext>
            </a:extLst>
          </p:cNvPr>
          <p:cNvSpPr/>
          <p:nvPr/>
        </p:nvSpPr>
        <p:spPr>
          <a:xfrm>
            <a:off x="685800" y="3337560"/>
            <a:ext cx="64008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A091B33-1A7C-4D76-0B14-8D87E53DD0DD}"/>
              </a:ext>
            </a:extLst>
          </p:cNvPr>
          <p:cNvSpPr/>
          <p:nvPr/>
        </p:nvSpPr>
        <p:spPr>
          <a:xfrm>
            <a:off x="6217920" y="3337560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Payment Integration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Implemented in the prototype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1C6E9F-9FBF-25B6-58E2-0EF9A508E8C6}"/>
              </a:ext>
            </a:extLst>
          </p:cNvPr>
          <p:cNvSpPr/>
          <p:nvPr/>
        </p:nvSpPr>
        <p:spPr>
          <a:xfrm>
            <a:off x="6217920" y="3337560"/>
            <a:ext cx="64008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94FD644-33B9-C783-51CF-92258A0EDE46}"/>
              </a:ext>
            </a:extLst>
          </p:cNvPr>
          <p:cNvSpPr/>
          <p:nvPr/>
        </p:nvSpPr>
        <p:spPr>
          <a:xfrm>
            <a:off x="685800" y="4480560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Interactive Map View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Implemented in the prototype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6B89BE-EDF5-8271-A183-84E616AA4A00}"/>
              </a:ext>
            </a:extLst>
          </p:cNvPr>
          <p:cNvSpPr/>
          <p:nvPr/>
        </p:nvSpPr>
        <p:spPr>
          <a:xfrm>
            <a:off x="685800" y="4480560"/>
            <a:ext cx="64008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8B8E40A-9121-AACC-4E35-3C7B73D01102}"/>
              </a:ext>
            </a:extLst>
          </p:cNvPr>
          <p:cNvSpPr/>
          <p:nvPr/>
        </p:nvSpPr>
        <p:spPr>
          <a:xfrm>
            <a:off x="6217920" y="4480560"/>
            <a:ext cx="5074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Booking History &amp; Ratings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Implemented in the prototype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F8CEAE-C1B8-48AA-716C-A68240D2D5AC}"/>
              </a:ext>
            </a:extLst>
          </p:cNvPr>
          <p:cNvSpPr/>
          <p:nvPr/>
        </p:nvSpPr>
        <p:spPr>
          <a:xfrm>
            <a:off x="6217920" y="4480560"/>
            <a:ext cx="64008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2048EC8-4C8A-3098-0B68-8484030C0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041" y="391020"/>
            <a:ext cx="11231389" cy="6001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326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ptos Display"/>
              </a:defRPr>
            </a:pPr>
            <a:r>
              <a:t>Backend API — GET &amp; POST Calls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29184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51560"/>
            <a:ext cx="5212080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POST   /auth/register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User registration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51560"/>
            <a:ext cx="64008" cy="9418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0" y="1051560"/>
            <a:ext cx="5212080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POST   /auth/login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User login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51560"/>
            <a:ext cx="64008" cy="9418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2221991"/>
            <a:ext cx="5212080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GET   /facilities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Get all facilities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221991"/>
            <a:ext cx="64008" cy="9418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2221991"/>
            <a:ext cx="5212080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GET   /facilities/:id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Get facility details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221991"/>
            <a:ext cx="64008" cy="9418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94360" y="3392424"/>
            <a:ext cx="5212080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rPr dirty="0"/>
              <a:t>GET   /vehicles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rPr dirty="0"/>
              <a:t>Get user vehicles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392424"/>
            <a:ext cx="64008" cy="9418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17920" y="3392424"/>
            <a:ext cx="5212080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POST   /reservations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Create reservation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392424"/>
            <a:ext cx="64008" cy="9418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94360" y="4562856"/>
            <a:ext cx="5212080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GET   /reservations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Get user reservations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562856"/>
            <a:ext cx="64008" cy="9418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17920" y="4562856"/>
            <a:ext cx="5212080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POST   /payments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Process payment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562856"/>
            <a:ext cx="64008" cy="9418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1BBD5-7651-AE90-2AF7-44F086109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352328-7C4B-DA7A-AD9F-422C2FF8FF24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1A73C53-53E0-4D8F-CA9E-0972EF7E3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54" y="344496"/>
            <a:ext cx="5538158" cy="231394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BE4C88E-7C24-A2D1-68A4-171312F44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699" y="344496"/>
            <a:ext cx="6471819" cy="248589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7D9B701-22A2-1F6E-B14A-D6C7170BE9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9699" y="3083442"/>
            <a:ext cx="6299625" cy="257823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77C28AB-0ECB-5764-FC14-CDDBBDE43D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2623" y="2911498"/>
            <a:ext cx="4007056" cy="312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667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551DEC-E33A-8BC6-E3C5-A77DCD6F5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97" y="379563"/>
            <a:ext cx="3792748" cy="46582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0561F3-5744-EB35-FEE3-F89E84354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065" y="379563"/>
            <a:ext cx="7781026" cy="5564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723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ptos Display"/>
              </a:defRPr>
            </a:pPr>
            <a:r>
              <a:t>MongoDB Database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29184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5156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Users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ID, Email, Password, Name, Phone, Created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51560"/>
            <a:ext cx="64008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434840" y="105156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Vehicles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ID, UserID, Plate, Type, Color, Year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051560"/>
            <a:ext cx="64008" cy="1508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75320" y="105156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Facilities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ID, Name, Location, Capacity, 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20" y="1051560"/>
            <a:ext cx="64008" cy="1508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94360" y="301752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Slots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ID, FacilityID, FloorNo, Status, 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017520"/>
            <a:ext cx="64008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34840" y="301752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Reservations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ID, UserID, SlotID, StartTime, EndTime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3017520"/>
            <a:ext cx="64008" cy="1508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75320" y="301752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Payments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ID, ReservationID, Amount, Status, Date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3017520"/>
            <a:ext cx="64008" cy="1508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ptos Display"/>
              </a:defRPr>
            </a:pPr>
            <a:r>
              <a:t>User Workflow — Prototype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29184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97280"/>
            <a:ext cx="25603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01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Register / Login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97280"/>
            <a:ext cx="64008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429000" y="1097280"/>
            <a:ext cx="25603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02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Complete vehicle profile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097280"/>
            <a:ext cx="64008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63640" y="1097280"/>
            <a:ext cx="25603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03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Search parking by location or facility name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097280"/>
            <a:ext cx="64008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098280" y="1097280"/>
            <a:ext cx="25603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04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View real-time occupancy &amp; available slots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98280" y="1097280"/>
            <a:ext cx="64008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94360" y="3246120"/>
            <a:ext cx="25603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05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Select floor and reserve a slot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246120"/>
            <a:ext cx="64008" cy="1600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429000" y="3246120"/>
            <a:ext cx="25603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06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Proceed to mock payment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3246120"/>
            <a:ext cx="64008" cy="1600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63640" y="3246120"/>
            <a:ext cx="25603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07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Receive confirmation with QR 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246120"/>
            <a:ext cx="64008" cy="1600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098280" y="3246120"/>
            <a:ext cx="25603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08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View reservation in booking history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3246120"/>
            <a:ext cx="64008" cy="1600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37E1F-D589-E39A-DEFD-D99600320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D7887F-D282-A264-6421-0421FD1AAF0D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4E933E-EA00-07D4-24C5-CDF0DBC7C144}"/>
              </a:ext>
            </a:extLst>
          </p:cNvPr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ptos Display"/>
              </a:defRPr>
            </a:pPr>
            <a:r>
              <a:t>User Workflow — Prototype Demo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E9EB72-5C0E-33F4-7D4B-AD4DB71D31D8}"/>
              </a:ext>
            </a:extLst>
          </p:cNvPr>
          <p:cNvSpPr txBox="1"/>
          <p:nvPr/>
        </p:nvSpPr>
        <p:spPr>
          <a:xfrm>
            <a:off x="11292840" y="329184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t>8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BBD9638-82DC-1C19-B627-211639198B7C}"/>
              </a:ext>
            </a:extLst>
          </p:cNvPr>
          <p:cNvSpPr/>
          <p:nvPr/>
        </p:nvSpPr>
        <p:spPr>
          <a:xfrm>
            <a:off x="594360" y="1097280"/>
            <a:ext cx="25603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01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Register / Login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BB80E6-0D60-D5D9-0CD3-ED39BFE5F052}"/>
              </a:ext>
            </a:extLst>
          </p:cNvPr>
          <p:cNvSpPr/>
          <p:nvPr/>
        </p:nvSpPr>
        <p:spPr>
          <a:xfrm>
            <a:off x="594360" y="1097280"/>
            <a:ext cx="64008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D066AD8-0F35-B479-8A51-FC7C907B559D}"/>
              </a:ext>
            </a:extLst>
          </p:cNvPr>
          <p:cNvSpPr/>
          <p:nvPr/>
        </p:nvSpPr>
        <p:spPr>
          <a:xfrm>
            <a:off x="3429000" y="1097280"/>
            <a:ext cx="25603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02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Complete vehicle profile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811FE9-989B-292B-3DEE-99FF1F6F3498}"/>
              </a:ext>
            </a:extLst>
          </p:cNvPr>
          <p:cNvSpPr/>
          <p:nvPr/>
        </p:nvSpPr>
        <p:spPr>
          <a:xfrm>
            <a:off x="3429000" y="1097280"/>
            <a:ext cx="64008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C818358-4702-CB15-D513-5684FA1F7364}"/>
              </a:ext>
            </a:extLst>
          </p:cNvPr>
          <p:cNvSpPr/>
          <p:nvPr/>
        </p:nvSpPr>
        <p:spPr>
          <a:xfrm>
            <a:off x="6263640" y="1097280"/>
            <a:ext cx="25603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03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Search parking by location or facility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696F2A-8358-E5E4-85FA-1FC0A4191431}"/>
              </a:ext>
            </a:extLst>
          </p:cNvPr>
          <p:cNvSpPr/>
          <p:nvPr/>
        </p:nvSpPr>
        <p:spPr>
          <a:xfrm>
            <a:off x="6263640" y="1097280"/>
            <a:ext cx="64008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48AB5D7-0158-3536-691A-E61875A711E2}"/>
              </a:ext>
            </a:extLst>
          </p:cNvPr>
          <p:cNvSpPr/>
          <p:nvPr/>
        </p:nvSpPr>
        <p:spPr>
          <a:xfrm>
            <a:off x="9098280" y="1097280"/>
            <a:ext cx="25603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04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View real-time occupancy &amp; available slots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9961D2-00AE-B4DE-F6E8-90EE7A0B8FF9}"/>
              </a:ext>
            </a:extLst>
          </p:cNvPr>
          <p:cNvSpPr/>
          <p:nvPr/>
        </p:nvSpPr>
        <p:spPr>
          <a:xfrm>
            <a:off x="9098280" y="1097280"/>
            <a:ext cx="64008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BC4524E-EF20-CCCA-ED9E-61CBE70FCC0C}"/>
              </a:ext>
            </a:extLst>
          </p:cNvPr>
          <p:cNvSpPr/>
          <p:nvPr/>
        </p:nvSpPr>
        <p:spPr>
          <a:xfrm>
            <a:off x="594360" y="3246120"/>
            <a:ext cx="25603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05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Select floor and reserve a slot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B878A6-348E-62DE-6A25-D66A45C7C16F}"/>
              </a:ext>
            </a:extLst>
          </p:cNvPr>
          <p:cNvSpPr/>
          <p:nvPr/>
        </p:nvSpPr>
        <p:spPr>
          <a:xfrm>
            <a:off x="594360" y="3246120"/>
            <a:ext cx="64008" cy="1600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EEEEB79-9C58-85F7-2D33-139EDDA2E062}"/>
              </a:ext>
            </a:extLst>
          </p:cNvPr>
          <p:cNvSpPr/>
          <p:nvPr/>
        </p:nvSpPr>
        <p:spPr>
          <a:xfrm>
            <a:off x="3429000" y="3246120"/>
            <a:ext cx="25603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06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Proceed to mock payment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7FD655-E164-4A51-20FA-5CFBFD1035D2}"/>
              </a:ext>
            </a:extLst>
          </p:cNvPr>
          <p:cNvSpPr/>
          <p:nvPr/>
        </p:nvSpPr>
        <p:spPr>
          <a:xfrm>
            <a:off x="3429000" y="3246120"/>
            <a:ext cx="64008" cy="1600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078E986-BE5D-EDE0-E1DF-387EEEFACD34}"/>
              </a:ext>
            </a:extLst>
          </p:cNvPr>
          <p:cNvSpPr/>
          <p:nvPr/>
        </p:nvSpPr>
        <p:spPr>
          <a:xfrm>
            <a:off x="6263640" y="3246120"/>
            <a:ext cx="25603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07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Receive confirmation with QR code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AE80FB-CB2C-7397-0B0A-D4FC6A35AF1B}"/>
              </a:ext>
            </a:extLst>
          </p:cNvPr>
          <p:cNvSpPr/>
          <p:nvPr/>
        </p:nvSpPr>
        <p:spPr>
          <a:xfrm>
            <a:off x="6263640" y="3246120"/>
            <a:ext cx="64008" cy="1600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D575E1B-5CF1-5B68-81B0-85936FC27179}"/>
              </a:ext>
            </a:extLst>
          </p:cNvPr>
          <p:cNvSpPr/>
          <p:nvPr/>
        </p:nvSpPr>
        <p:spPr>
          <a:xfrm>
            <a:off x="9098280" y="3246120"/>
            <a:ext cx="25603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08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View reservation in booking history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11703A-6565-7000-2548-38E5E47D2C54}"/>
              </a:ext>
            </a:extLst>
          </p:cNvPr>
          <p:cNvSpPr/>
          <p:nvPr/>
        </p:nvSpPr>
        <p:spPr>
          <a:xfrm>
            <a:off x="9098280" y="3246120"/>
            <a:ext cx="64008" cy="1600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E50B4A3-63A5-401B-1A10-02B4C8807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24" y="259254"/>
            <a:ext cx="11506791" cy="615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362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ptos Display"/>
              </a:defRPr>
            </a:pPr>
            <a:r>
              <a:t>What's Working in the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29184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Complete Authentication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JWT-based secure login &amp; registration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64008" cy="1554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434840" y="114300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CRUD Operations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Create, read, update, delete for all entities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143000"/>
            <a:ext cx="64008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600" y="114300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API Integration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Frontend seamlessly communicates with backend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143000"/>
            <a:ext cx="64008" cy="1554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320040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Data Persistence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MongoDB storing and retrieving real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00400"/>
            <a:ext cx="64008" cy="1554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34840" y="320040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Responsive Design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Works on desktop and mobile browsers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3200400"/>
            <a:ext cx="64008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29600" y="320040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Search Functionality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Filter facilities by location &amp; availability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3200400"/>
            <a:ext cx="64008" cy="1554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ptos Display"/>
              </a:defRPr>
            </a:pPr>
            <a:r>
              <a:t>Next Phase —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29184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143000"/>
            <a:ext cx="10241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Phase 2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ANPR Camera Integration • Real-time slot allocation • Mobile App (React Native)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143000"/>
            <a:ext cx="64008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2697480"/>
            <a:ext cx="10241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Phase 3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Dynamic Pricing Algorithm • Wallet system for locals • Advanced Analytics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697480"/>
            <a:ext cx="64008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4251960"/>
            <a:ext cx="10241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Phase 4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Multi-city expansion • IoT sensor integration • ML-based occupancy prediction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251960"/>
            <a:ext cx="64008" cy="1234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ptos Display"/>
              </a:defRPr>
            </a:pPr>
            <a:r>
              <a:t>Code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29184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34440"/>
            <a:ext cx="49377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GitHub Repository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Yuvrajbhardwaj11/software_engineeringProject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234440"/>
            <a:ext cx="64008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49377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rPr dirty="0"/>
              <a:t>Folders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rPr dirty="0"/>
              <a:t>/client → React frontend</a:t>
            </a:r>
            <a:br>
              <a:rPr dirty="0"/>
            </a:br>
            <a:r>
              <a:rPr dirty="0"/>
              <a:t>/server → Node.js + Express backend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234440"/>
            <a:ext cx="64008" cy="1325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2971800"/>
            <a:ext cx="10195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rPr lang="en-US" dirty="0"/>
              <a:t>VERCEL DEPLOYED LINK:-</a:t>
            </a:r>
          </a:p>
          <a:p>
            <a:pPr algn="ctr">
              <a:defRPr sz="1500" b="1">
                <a:solidFill>
                  <a:srgbClr val="0F172A"/>
                </a:solidFill>
              </a:defRPr>
            </a:pPr>
            <a:r>
              <a:rPr lang="en-IN" dirty="0"/>
              <a:t>https://parkease-bbnr-ma9oqdzsn-yuvrajbhardwajs-projects.vercel.app/</a:t>
            </a: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914400" y="2971800"/>
            <a:ext cx="64008" cy="13258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Aptos Display"/>
              </a:defRPr>
            </a:pPr>
            <a:r>
              <a:t>How to Test the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29184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5156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Step 1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Clone repository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051560"/>
            <a:ext cx="64008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0" y="105156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Step 2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Install dependencies in /client and /server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51560"/>
            <a:ext cx="64008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242316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Step 3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Start MongoDB locally or use cloud database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423160"/>
            <a:ext cx="64008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242316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Step 4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Run backend: cd server &amp;&amp; npm start (port 5000)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423160"/>
            <a:ext cx="64008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85800" y="379476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Step 5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Run frontend: cd client &amp;&amp; npm start (localhost:3000)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794760"/>
            <a:ext cx="64008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17920" y="379476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3716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Step 6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</a:defRPr>
            </a:pPr>
            <a:r>
              <a:t>Register a new account and start booking parking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794760"/>
            <a:ext cx="64008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684</Words>
  <Application>Microsoft Office PowerPoint</Application>
  <PresentationFormat>Widescreen</PresentationFormat>
  <Paragraphs>200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YUVRAJ BHARDWAJ</cp:lastModifiedBy>
  <cp:revision>2</cp:revision>
  <dcterms:created xsi:type="dcterms:W3CDTF">2026-09-14T17:35:22Z</dcterms:created>
  <dcterms:modified xsi:type="dcterms:W3CDTF">2026-09-14T21:28:55Z</dcterms:modified>
</cp:coreProperties>
</file>